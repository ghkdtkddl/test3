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"/>
  </p:notesMasterIdLst>
  <p:handoutMasterIdLst>
    <p:handoutMasterId r:id="rId7"/>
  </p:handoutMasterIdLst>
  <p:sldIdLst>
    <p:sldId id="256" r:id="rId2"/>
    <p:sldId id="408" r:id="rId3"/>
    <p:sldId id="441" r:id="rId4"/>
    <p:sldId id="306" r:id="rId5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96353" autoAdjust="0"/>
  </p:normalViewPr>
  <p:slideViewPr>
    <p:cSldViewPr snapToGrid="0" snapToObjects="1">
      <p:cViewPr>
        <p:scale>
          <a:sx n="150" d="100"/>
          <a:sy n="150" d="100"/>
        </p:scale>
        <p:origin x="108" y="-900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7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5A56DB-AED4-41D0-8D84-B8EFCAA392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참고문헌</a:t>
            </a:r>
            <a:endParaRPr lang="en-US" altLang="ko-KR"/>
          </a:p>
          <a:p>
            <a:pPr>
              <a:buNone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9833</TotalTime>
  <Pages>4</Pages>
  <Words>168</Words>
  <Characters>0</Characters>
  <Application>Microsoft Office PowerPoint</Application>
  <DocSecurity>0</DocSecurity>
  <PresentationFormat>화면 슬라이드 쇼(4:3)</PresentationFormat>
  <Lines>0</Lines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HY견고딕</vt:lpstr>
      <vt:lpstr>맑은 고딕</vt:lpstr>
      <vt:lpstr>Arial</vt:lpstr>
      <vt:lpstr>Arial Black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224</cp:revision>
  <dcterms:modified xsi:type="dcterms:W3CDTF">2023-07-26T07:14:36Z</dcterms:modified>
  <cp:version>9.104.131.47063</cp:version>
</cp:coreProperties>
</file>